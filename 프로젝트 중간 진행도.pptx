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2"/>
    <p:sldId id="261" r:id="rId3"/>
    <p:sldId id="260" r:id="rId4"/>
  </p:sldIdLst>
  <p:sldSz cx="24384000" cy="13716000"/>
  <p:notesSz cx="6858000" cy="9144000"/>
  <p:embeddedFontLst>
    <p:embeddedFont>
      <p:font typeface="Pretendard Regular" panose="020B0600000101010101" charset="-127"/>
      <p:regular r:id="rId6"/>
    </p:embeddedFont>
    <p:embeddedFont>
      <p:font typeface="맑은 고딕" panose="020B0503020000020004" pitchFamily="50" charset="-127"/>
      <p:regular r:id="rId7"/>
      <p:bold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3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5995" autoAdjust="0"/>
  </p:normalViewPr>
  <p:slideViewPr>
    <p:cSldViewPr>
      <p:cViewPr varScale="1">
        <p:scale>
          <a:sx n="36" d="100"/>
          <a:sy n="36" d="100"/>
        </p:scale>
        <p:origin x="1075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785B73-75F6-455F-A6E9-601E0AFEE3BF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4FE980-9F8A-421C-AB26-CEF6FD20BC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7113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디 게임프로그래밍 프로젝트 </a:t>
            </a:r>
            <a:r>
              <a:rPr lang="en-US" altLang="ko-KR" dirty="0"/>
              <a:t>2</a:t>
            </a:r>
            <a:r>
              <a:rPr lang="ko-KR" altLang="en-US" dirty="0"/>
              <a:t>차발표를 시작 하겠습니다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FE980-9F8A-421C-AB26-CEF6FD20BCC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101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개발 진행 상황입니다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주차 계획은 플레이어 캐릭터 움직임 구현이었습니다</a:t>
            </a:r>
            <a:r>
              <a:rPr lang="en-US" altLang="ko-KR" dirty="0"/>
              <a:t>. </a:t>
            </a:r>
            <a:r>
              <a:rPr lang="ko-KR" altLang="en-US" dirty="0"/>
              <a:t>결과는 플레이어 캐릭터 상하좌우 대각선 이동 구현과 공격 모션</a:t>
            </a:r>
            <a:r>
              <a:rPr lang="en-US" altLang="ko-KR" dirty="0"/>
              <a:t>,</a:t>
            </a:r>
            <a:r>
              <a:rPr lang="ko-KR" altLang="en-US" dirty="0"/>
              <a:t> 달리기 모션을 구현 하였습니다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주차 계획은 몬스터 </a:t>
            </a:r>
            <a:r>
              <a:rPr lang="en-US" altLang="ko-KR" dirty="0"/>
              <a:t>AI </a:t>
            </a:r>
            <a:r>
              <a:rPr lang="ko-KR" altLang="en-US" dirty="0"/>
              <a:t>구현이었습니다</a:t>
            </a:r>
            <a:r>
              <a:rPr lang="en-US" altLang="ko-KR" dirty="0"/>
              <a:t>. </a:t>
            </a:r>
            <a:r>
              <a:rPr lang="ko-KR" altLang="en-US" dirty="0"/>
              <a:t>결과는 몬스터가 사망 시 아이템 드랍만 구현 하였습니다</a:t>
            </a:r>
            <a:r>
              <a:rPr lang="en-US" altLang="ko-KR" dirty="0"/>
              <a:t>. 4</a:t>
            </a:r>
            <a:r>
              <a:rPr lang="ko-KR" altLang="en-US" dirty="0"/>
              <a:t>주차 계획은 캐릭터 상호 작용 구현 이었습니다</a:t>
            </a:r>
            <a:r>
              <a:rPr lang="en-US" altLang="ko-KR" dirty="0"/>
              <a:t>.</a:t>
            </a:r>
            <a:r>
              <a:rPr lang="ko-KR" altLang="en-US" dirty="0"/>
              <a:t> 결과는 플레이어 공격과 몬스터 충돌처리</a:t>
            </a:r>
            <a:r>
              <a:rPr lang="en-US" altLang="ko-KR" dirty="0"/>
              <a:t>, </a:t>
            </a:r>
            <a:r>
              <a:rPr lang="ko-KR" altLang="en-US" dirty="0"/>
              <a:t>플레이어와 아이템 충돌 처리 그리고 플레이어 아이템 사용을 구현하였습니다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FE980-9F8A-421C-AB26-CEF6FD20BCC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7357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다음으로는 </a:t>
            </a:r>
            <a:r>
              <a:rPr lang="ko-KR" altLang="en-US" dirty="0" err="1"/>
              <a:t>깃허브</a:t>
            </a:r>
            <a:r>
              <a:rPr lang="ko-KR" altLang="en-US" dirty="0"/>
              <a:t> 통계입니다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FE980-9F8A-421C-AB26-CEF6FD20BCC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278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74800" y="5372100"/>
            <a:ext cx="21056600" cy="2133600"/>
          </a:xfrm>
          <a:prstGeom prst="rect">
            <a:avLst/>
          </a:prstGeom>
        </p:spPr>
        <p:txBody>
          <a:bodyPr lIns="0" tIns="152400" rIns="0" bIns="152400" rtlCol="0" anchor="ctr"/>
          <a:lstStyle/>
          <a:p>
            <a:pPr lvl="0" algn="ctr">
              <a:lnSpc>
                <a:spcPct val="99600"/>
              </a:lnSpc>
            </a:pPr>
            <a:r>
              <a:rPr lang="en-US" sz="12000" b="0" i="0" u="none" strike="noStrike" dirty="0">
                <a:solidFill>
                  <a:srgbClr val="0063BA"/>
                </a:solidFill>
                <a:latin typeface="+mj-lt"/>
              </a:rPr>
              <a:t>2D </a:t>
            </a:r>
            <a:r>
              <a:rPr lang="ko-KR" sz="12000" b="0" i="0" u="none" strike="noStrike" dirty="0">
                <a:solidFill>
                  <a:srgbClr val="0063BA"/>
                </a:solidFill>
                <a:latin typeface="+mj-lt"/>
                <a:ea typeface="Pretendard Bold"/>
              </a:rPr>
              <a:t>게임</a:t>
            </a:r>
            <a:r>
              <a:rPr lang="en-US" sz="12000" b="0" i="0" u="none" strike="noStrike" dirty="0">
                <a:solidFill>
                  <a:srgbClr val="0063BA"/>
                </a:solidFill>
                <a:latin typeface="+mj-lt"/>
              </a:rPr>
              <a:t> </a:t>
            </a:r>
            <a:r>
              <a:rPr lang="ko-KR" sz="12000" b="0" i="0" u="none" strike="noStrike" dirty="0">
                <a:solidFill>
                  <a:srgbClr val="0063BA"/>
                </a:solidFill>
                <a:latin typeface="+mj-lt"/>
                <a:ea typeface="Pretendard Bold"/>
              </a:rPr>
              <a:t>프로그래밍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76400" y="7962900"/>
            <a:ext cx="20853400" cy="1181100"/>
          </a:xfrm>
          <a:prstGeom prst="rect">
            <a:avLst/>
          </a:prstGeom>
        </p:spPr>
        <p:txBody>
          <a:bodyPr lIns="0" tIns="84667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6666" b="0" i="0" u="none" strike="noStrike" spc="-67" dirty="0">
                <a:solidFill>
                  <a:srgbClr val="000000"/>
                </a:solidFill>
                <a:ea typeface="Pretendard Regular"/>
              </a:rPr>
              <a:t>프로젝트</a:t>
            </a:r>
            <a:r>
              <a:rPr lang="en-US" sz="6666" b="0" i="0" u="none" strike="noStrike" spc="-67" dirty="0">
                <a:solidFill>
                  <a:srgbClr val="000000"/>
                </a:solidFill>
              </a:rPr>
              <a:t> 2</a:t>
            </a:r>
            <a:r>
              <a:rPr lang="ko-KR" sz="6666" b="0" i="0" u="none" strike="noStrike" spc="-67" dirty="0">
                <a:solidFill>
                  <a:srgbClr val="000000"/>
                </a:solidFill>
                <a:ea typeface="Pretendard Regular"/>
              </a:rPr>
              <a:t>차</a:t>
            </a:r>
            <a:r>
              <a:rPr lang="en-US" sz="6666" b="0" i="0" u="none" strike="noStrike" spc="-67" dirty="0">
                <a:solidFill>
                  <a:srgbClr val="000000"/>
                </a:solidFill>
              </a:rPr>
              <a:t> </a:t>
            </a:r>
            <a:r>
              <a:rPr lang="ko-KR" sz="6666" b="0" i="0" u="none" strike="noStrike" spc="-67" dirty="0">
                <a:solidFill>
                  <a:srgbClr val="000000"/>
                </a:solidFill>
                <a:ea typeface="Pretendard Regular"/>
              </a:rPr>
              <a:t>발표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100" y="12776200"/>
            <a:ext cx="22542500" cy="25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7284700" y="10591800"/>
            <a:ext cx="4686300" cy="749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4207" b="0" i="0" u="none" strike="noStrike" dirty="0">
                <a:solidFill>
                  <a:srgbClr val="000000"/>
                </a:solidFill>
              </a:rPr>
              <a:t>2022182010 </a:t>
            </a:r>
            <a:r>
              <a:rPr lang="ko-KR" sz="4207" b="0" i="0" u="none" strike="noStrike" dirty="0">
                <a:solidFill>
                  <a:srgbClr val="000000"/>
                </a:solidFill>
                <a:ea typeface="Pretendard Regular"/>
              </a:rPr>
              <a:t>김정민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36"/>
    </mc:Choice>
    <mc:Fallback xmlns="">
      <p:transition spd="slow" advTm="463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B74BA-7E32-B60C-CA35-426CE47E1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B20F185-45A3-16E4-C7C7-CA82E8F0F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AE29819-BCE0-0385-4023-C99BEB3D40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D423B655-B534-12F8-5053-1F231CA62DEA}"/>
              </a:ext>
            </a:extLst>
          </p:cNvPr>
          <p:cNvSpPr txBox="1"/>
          <p:nvPr/>
        </p:nvSpPr>
        <p:spPr>
          <a:xfrm>
            <a:off x="1123950" y="1003300"/>
            <a:ext cx="6648450" cy="14224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8000" dirty="0">
                <a:solidFill>
                  <a:srgbClr val="0063BA"/>
                </a:solidFill>
                <a:latin typeface="+mj-lt"/>
                <a:ea typeface="Pretendard Bold"/>
              </a:rPr>
              <a:t>개발 진행 상황</a:t>
            </a:r>
            <a:endParaRPr lang="ko-KR" sz="8000" b="0" i="0" u="none" strike="noStrike" dirty="0">
              <a:solidFill>
                <a:srgbClr val="0063BA"/>
              </a:solidFill>
              <a:latin typeface="+mj-lt"/>
              <a:ea typeface="Pretendard Bold"/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9095C715-4F4E-EA6A-10BC-DE2FF71302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896841"/>
              </p:ext>
            </p:extLst>
          </p:nvPr>
        </p:nvGraphicFramePr>
        <p:xfrm>
          <a:off x="762000" y="2425700"/>
          <a:ext cx="22345649" cy="10762669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33963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44600">
                  <a:extLst>
                    <a:ext uri="{9D8B030D-6E8A-4147-A177-3AD203B41FA5}">
                      <a16:colId xmlns:a16="http://schemas.microsoft.com/office/drawing/2014/main" val="3520479924"/>
                    </a:ext>
                  </a:extLst>
                </a:gridCol>
                <a:gridCol w="2718707">
                  <a:extLst>
                    <a:ext uri="{9D8B030D-6E8A-4147-A177-3AD203B41FA5}">
                      <a16:colId xmlns:a16="http://schemas.microsoft.com/office/drawing/2014/main" val="2606521337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4000" b="1" u="none" strike="noStrike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sz="4000" b="1" u="none" strike="noStrike" dirty="0">
                          <a:solidFill>
                            <a:schemeClr val="tx1"/>
                          </a:solidFill>
                        </a:rPr>
                        <a:t>주차</a:t>
                      </a:r>
                      <a:endParaRPr lang="en-US" sz="4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4000" dirty="0">
                          <a:solidFill>
                            <a:schemeClr val="tx1"/>
                          </a:solidFill>
                          <a:latin typeface="+mn-lt"/>
                        </a:rPr>
                        <a:t>계획</a:t>
                      </a:r>
                      <a:endParaRPr lang="en-US" sz="4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4000" b="0" u="none" strike="noStrike" dirty="0">
                          <a:solidFill>
                            <a:schemeClr val="tx1"/>
                          </a:solidFill>
                        </a:rPr>
                        <a:t>리소스</a:t>
                      </a:r>
                      <a:r>
                        <a:rPr lang="en-US" altLang="ko-KR" sz="4000" b="0" u="none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ko-KR" sz="4000" b="0" u="none" strike="noStrike" dirty="0">
                          <a:solidFill>
                            <a:schemeClr val="tx1"/>
                          </a:solidFill>
                        </a:rPr>
                        <a:t>탐색</a:t>
                      </a:r>
                      <a:endParaRPr lang="ko-KR" altLang="en-US" sz="4000" b="0" u="none" strike="no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5000" dirty="0">
                          <a:solidFill>
                            <a:schemeClr val="tx1"/>
                          </a:solidFill>
                          <a:latin typeface="+mn-lt"/>
                        </a:rPr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78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4000" dirty="0">
                          <a:solidFill>
                            <a:schemeClr val="tx1"/>
                          </a:solidFill>
                          <a:latin typeface="+mn-lt"/>
                        </a:rPr>
                        <a:t>결과</a:t>
                      </a:r>
                      <a:endParaRPr lang="en-US" sz="4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4000" dirty="0">
                          <a:solidFill>
                            <a:schemeClr val="tx1"/>
                          </a:solidFill>
                          <a:latin typeface="+mn-lt"/>
                        </a:rPr>
                        <a:t>캐릭터</a:t>
                      </a:r>
                      <a:r>
                        <a:rPr lang="en-US" altLang="ko-KR" sz="4000" dirty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4000" dirty="0">
                          <a:solidFill>
                            <a:schemeClr val="tx1"/>
                          </a:solidFill>
                          <a:latin typeface="+mn-lt"/>
                        </a:rPr>
                        <a:t>아이템</a:t>
                      </a:r>
                      <a:r>
                        <a:rPr lang="en-US" altLang="ko-KR" sz="4000" dirty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4000" dirty="0">
                          <a:solidFill>
                            <a:schemeClr val="tx1"/>
                          </a:solidFill>
                          <a:latin typeface="+mn-lt"/>
                        </a:rPr>
                        <a:t>배경</a:t>
                      </a:r>
                      <a:r>
                        <a:rPr lang="en-US" altLang="ko-KR" sz="4000" dirty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4000" dirty="0">
                          <a:solidFill>
                            <a:schemeClr val="tx1"/>
                          </a:solidFill>
                          <a:latin typeface="+mn-lt"/>
                        </a:rPr>
                        <a:t>적 리소스 찾음</a:t>
                      </a:r>
                      <a:endParaRPr lang="en-US" sz="4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539678"/>
                  </a:ext>
                </a:extLst>
              </a:tr>
              <a:tr h="797859"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4000" b="1" u="none" strike="noStrike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sz="4000" b="1" u="none" strike="noStrike" dirty="0">
                          <a:solidFill>
                            <a:schemeClr val="tx1"/>
                          </a:solidFill>
                        </a:rPr>
                        <a:t>주차</a:t>
                      </a:r>
                      <a:endParaRPr lang="en-US" sz="4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4000" dirty="0">
                          <a:solidFill>
                            <a:schemeClr val="tx1"/>
                          </a:solidFill>
                          <a:latin typeface="+mn-lt"/>
                        </a:rPr>
                        <a:t>계획</a:t>
                      </a:r>
                      <a:endParaRPr lang="en-US" sz="4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4000" b="0" u="none" strike="noStrike" dirty="0">
                          <a:solidFill>
                            <a:schemeClr val="tx1"/>
                          </a:solidFill>
                        </a:rPr>
                        <a:t>플레이어</a:t>
                      </a:r>
                      <a:r>
                        <a:rPr lang="en-US" altLang="ko-KR" sz="4000" b="0" u="none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ko-KR" sz="4000" b="0" u="none" strike="noStrike" dirty="0">
                          <a:solidFill>
                            <a:schemeClr val="tx1"/>
                          </a:solidFill>
                        </a:rPr>
                        <a:t>캐릭터</a:t>
                      </a:r>
                      <a:r>
                        <a:rPr lang="en-US" altLang="ko-KR" sz="4000" b="0" u="none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ko-KR" sz="4000" b="0" u="none" strike="noStrike" dirty="0">
                          <a:solidFill>
                            <a:schemeClr val="tx1"/>
                          </a:solidFill>
                        </a:rPr>
                        <a:t>움직임</a:t>
                      </a:r>
                      <a:r>
                        <a:rPr lang="en-US" altLang="ko-KR" sz="4000" b="0" u="none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ko-KR" sz="4000" b="0" u="none" strike="noStrike" dirty="0">
                          <a:solidFill>
                            <a:schemeClr val="tx1"/>
                          </a:solidFill>
                        </a:rPr>
                        <a:t>구현</a:t>
                      </a:r>
                      <a:endParaRPr lang="en-US" altLang="ko-KR" sz="4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5000" dirty="0">
                          <a:solidFill>
                            <a:schemeClr val="tx1"/>
                          </a:solidFill>
                          <a:latin typeface="+mn-lt"/>
                        </a:rPr>
                        <a:t>100%</a:t>
                      </a:r>
                      <a:endParaRPr lang="en-US" sz="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78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0" dirty="0">
                          <a:solidFill>
                            <a:schemeClr val="tx1"/>
                          </a:solidFill>
                          <a:latin typeface="+mn-lt"/>
                        </a:rPr>
                        <a:t>결과</a:t>
                      </a:r>
                      <a:endParaRPr lang="en-US" altLang="ko-KR" sz="4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000" dirty="0">
                          <a:solidFill>
                            <a:schemeClr val="tx1"/>
                          </a:solidFill>
                          <a:latin typeface="+mn-lt"/>
                        </a:rPr>
                        <a:t>플레이어 캐릭터 상하 좌우</a:t>
                      </a:r>
                      <a:r>
                        <a:rPr lang="en-US" altLang="ko-KR" sz="30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ko-KR" altLang="en-US" sz="3000" dirty="0">
                          <a:solidFill>
                            <a:schemeClr val="tx1"/>
                          </a:solidFill>
                          <a:latin typeface="+mn-lt"/>
                        </a:rPr>
                        <a:t>대각선 이동 구현</a:t>
                      </a:r>
                      <a:r>
                        <a:rPr lang="en-US" altLang="ko-KR" sz="3000" dirty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3000" dirty="0">
                          <a:solidFill>
                            <a:schemeClr val="tx1"/>
                          </a:solidFill>
                          <a:latin typeface="+mn-lt"/>
                        </a:rPr>
                        <a:t>공격 모션</a:t>
                      </a:r>
                      <a:r>
                        <a:rPr lang="en-US" altLang="ko-KR" sz="3000" dirty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3000" dirty="0">
                          <a:solidFill>
                            <a:schemeClr val="tx1"/>
                          </a:solidFill>
                          <a:latin typeface="+mn-lt"/>
                        </a:rPr>
                        <a:t>달리기 모션 구현</a:t>
                      </a:r>
                      <a:endParaRPr lang="en-US" sz="3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699476"/>
                  </a:ext>
                </a:extLst>
              </a:tr>
              <a:tr h="797859"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4000" b="1" u="none" strike="noStrike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sz="4000" b="1" u="none" strike="noStrike" dirty="0">
                          <a:solidFill>
                            <a:schemeClr val="tx1"/>
                          </a:solidFill>
                        </a:rPr>
                        <a:t>주차</a:t>
                      </a:r>
                      <a:endParaRPr lang="en-US" sz="4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4000" dirty="0">
                          <a:solidFill>
                            <a:schemeClr val="tx1"/>
                          </a:solidFill>
                          <a:latin typeface="+mn-lt"/>
                        </a:rPr>
                        <a:t>계획</a:t>
                      </a:r>
                      <a:endParaRPr lang="en-US" sz="4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4000" b="0" u="none" strike="noStrike" dirty="0">
                          <a:solidFill>
                            <a:schemeClr val="tx1"/>
                          </a:solidFill>
                        </a:rPr>
                        <a:t>몬스터</a:t>
                      </a:r>
                      <a:r>
                        <a:rPr lang="en-US" altLang="ko-KR" sz="4000" b="0" u="none" strike="noStrike" dirty="0">
                          <a:solidFill>
                            <a:schemeClr val="tx1"/>
                          </a:solidFill>
                        </a:rPr>
                        <a:t> AI </a:t>
                      </a:r>
                      <a:r>
                        <a:rPr lang="ko-KR" altLang="ko-KR" sz="4000" b="0" u="none" strike="noStrike" dirty="0">
                          <a:solidFill>
                            <a:schemeClr val="tx1"/>
                          </a:solidFill>
                        </a:rPr>
                        <a:t>구현</a:t>
                      </a:r>
                      <a:endParaRPr lang="en-US" altLang="ko-KR" sz="4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5000" dirty="0">
                          <a:solidFill>
                            <a:schemeClr val="tx1"/>
                          </a:solidFill>
                          <a:latin typeface="+mn-lt"/>
                        </a:rPr>
                        <a:t>20%</a:t>
                      </a:r>
                      <a:endParaRPr lang="en-US" sz="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78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0" dirty="0">
                          <a:solidFill>
                            <a:schemeClr val="tx1"/>
                          </a:solidFill>
                          <a:latin typeface="+mn-lt"/>
                        </a:rPr>
                        <a:t>결과</a:t>
                      </a:r>
                      <a:endParaRPr lang="en-US" altLang="ko-KR" sz="4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4000" dirty="0">
                          <a:solidFill>
                            <a:schemeClr val="tx1"/>
                          </a:solidFill>
                          <a:latin typeface="+mn-lt"/>
                        </a:rPr>
                        <a:t>몬스터 출력</a:t>
                      </a:r>
                      <a:r>
                        <a:rPr lang="en-US" altLang="ko-KR" sz="4000" dirty="0">
                          <a:solidFill>
                            <a:schemeClr val="tx1"/>
                          </a:solidFill>
                          <a:latin typeface="+mn-lt"/>
                        </a:rPr>
                        <a:t>,</a:t>
                      </a:r>
                      <a:r>
                        <a:rPr lang="ko-KR" altLang="en-US" sz="4000" dirty="0">
                          <a:solidFill>
                            <a:schemeClr val="tx1"/>
                          </a:solidFill>
                          <a:latin typeface="+mn-lt"/>
                        </a:rPr>
                        <a:t> 사망 시 아이템 드랍 구현</a:t>
                      </a:r>
                      <a:endParaRPr lang="en-US" sz="4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22821"/>
                  </a:ext>
                </a:extLst>
              </a:tr>
              <a:tr h="797859"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4000" b="1" u="none" strike="noStrike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sz="4000" b="1" u="none" strike="noStrike" dirty="0">
                          <a:solidFill>
                            <a:schemeClr val="tx1"/>
                          </a:solidFill>
                        </a:rPr>
                        <a:t>주차</a:t>
                      </a:r>
                      <a:endParaRPr lang="en-US" sz="4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4000" dirty="0">
                          <a:solidFill>
                            <a:schemeClr val="tx1"/>
                          </a:solidFill>
                          <a:latin typeface="+mn-lt"/>
                        </a:rPr>
                        <a:t>계획</a:t>
                      </a:r>
                      <a:endParaRPr lang="en-US" sz="4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4000" b="0" u="none" strike="noStrike" dirty="0">
                          <a:solidFill>
                            <a:schemeClr val="tx1"/>
                          </a:solidFill>
                        </a:rPr>
                        <a:t>캐릭터</a:t>
                      </a:r>
                      <a:r>
                        <a:rPr lang="en-US" altLang="ko-KR" sz="4000" b="0" u="none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ko-KR" sz="4000" b="0" u="none" strike="noStrike" dirty="0">
                          <a:solidFill>
                            <a:schemeClr val="tx1"/>
                          </a:solidFill>
                        </a:rPr>
                        <a:t>상호작용</a:t>
                      </a:r>
                      <a:r>
                        <a:rPr lang="en-US" altLang="ko-KR" sz="4000" b="0" u="none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ko-KR" sz="4000" b="0" u="none" strike="noStrike" dirty="0">
                          <a:solidFill>
                            <a:schemeClr val="tx1"/>
                          </a:solidFill>
                        </a:rPr>
                        <a:t>구현</a:t>
                      </a:r>
                      <a:endParaRPr lang="en-US" altLang="ko-KR" sz="4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5000" dirty="0">
                          <a:solidFill>
                            <a:schemeClr val="tx1"/>
                          </a:solidFill>
                          <a:latin typeface="+mn-lt"/>
                        </a:rPr>
                        <a:t>50%</a:t>
                      </a:r>
                      <a:endParaRPr lang="en-US" sz="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78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0" dirty="0">
                          <a:solidFill>
                            <a:schemeClr val="tx1"/>
                          </a:solidFill>
                          <a:latin typeface="+mn-lt"/>
                        </a:rPr>
                        <a:t>결과</a:t>
                      </a:r>
                      <a:endParaRPr lang="en-US" altLang="ko-KR" sz="4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4000" dirty="0">
                          <a:solidFill>
                            <a:schemeClr val="tx1"/>
                          </a:solidFill>
                          <a:latin typeface="+mn-lt"/>
                        </a:rPr>
                        <a:t>몬스터 충돌처리</a:t>
                      </a:r>
                      <a:r>
                        <a:rPr lang="en-US" altLang="ko-KR" sz="4000" dirty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4000" dirty="0">
                          <a:solidFill>
                            <a:schemeClr val="tx1"/>
                          </a:solidFill>
                          <a:latin typeface="+mn-lt"/>
                        </a:rPr>
                        <a:t>아이템 충돌처리 및 사용</a:t>
                      </a:r>
                      <a:endParaRPr lang="en-US" sz="4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060659"/>
                  </a:ext>
                </a:extLst>
              </a:tr>
              <a:tr h="9332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4000" b="1" u="none" strike="noStrike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sz="4000" b="1" u="none" strike="noStrike" dirty="0">
                          <a:solidFill>
                            <a:schemeClr val="tx1"/>
                          </a:solidFill>
                        </a:rPr>
                        <a:t>주차</a:t>
                      </a:r>
                      <a:endParaRPr lang="en-US" sz="4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4000" b="0" u="none" strike="noStrike" dirty="0">
                          <a:solidFill>
                            <a:schemeClr val="tx1"/>
                          </a:solidFill>
                        </a:rPr>
                        <a:t>스테이지</a:t>
                      </a:r>
                      <a:r>
                        <a:rPr lang="en-US" sz="4000" b="0" u="none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sz="4000" b="0" u="none" strike="noStrike" dirty="0">
                          <a:solidFill>
                            <a:schemeClr val="tx1"/>
                          </a:solidFill>
                        </a:rPr>
                        <a:t>구성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32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4000" b="1" u="none" strike="noStrike" dirty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sz="4000" b="1" u="none" strike="noStrike" dirty="0">
                          <a:solidFill>
                            <a:schemeClr val="tx1"/>
                          </a:solidFill>
                        </a:rPr>
                        <a:t>주차</a:t>
                      </a:r>
                      <a:endParaRPr lang="en-US" sz="4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000" b="0" u="none" strike="noStrike" dirty="0">
                          <a:solidFill>
                            <a:schemeClr val="tx1"/>
                          </a:solidFill>
                        </a:rPr>
                        <a:t>UI </a:t>
                      </a:r>
                      <a:r>
                        <a:rPr lang="ko-KR" altLang="en-US" sz="4000" b="0" u="none" strike="noStrike" dirty="0">
                          <a:solidFill>
                            <a:schemeClr val="tx1"/>
                          </a:solidFill>
                        </a:rPr>
                        <a:t>구성</a:t>
                      </a:r>
                      <a:r>
                        <a:rPr lang="en-US" altLang="ko-KR" sz="4000" b="0" u="none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4000" b="0" u="none" strike="noStrike" dirty="0">
                          <a:solidFill>
                            <a:schemeClr val="tx1"/>
                          </a:solidFill>
                        </a:rPr>
                        <a:t>및</a:t>
                      </a:r>
                      <a:r>
                        <a:rPr lang="en-US" altLang="ko-KR" sz="4000" b="0" u="none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4000" b="0" u="none" strike="noStrike" dirty="0">
                          <a:solidFill>
                            <a:schemeClr val="tx1"/>
                          </a:solidFill>
                        </a:rPr>
                        <a:t>구현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332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4000" b="1" u="none" strike="noStrike" dirty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ko-KR" sz="4000" b="1" u="none" strike="noStrike" dirty="0">
                          <a:solidFill>
                            <a:schemeClr val="tx1"/>
                          </a:solidFill>
                        </a:rPr>
                        <a:t>주차</a:t>
                      </a:r>
                      <a:endParaRPr lang="en-US" sz="4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0" b="0" u="none" strike="noStrike" dirty="0">
                          <a:solidFill>
                            <a:schemeClr val="tx1"/>
                          </a:solidFill>
                        </a:rPr>
                        <a:t>사운드</a:t>
                      </a:r>
                      <a:r>
                        <a:rPr lang="en-US" altLang="ko-KR" sz="4000" b="0" u="none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4000" b="0" u="none" strike="noStrike" dirty="0">
                          <a:solidFill>
                            <a:schemeClr val="tx1"/>
                          </a:solidFill>
                        </a:rPr>
                        <a:t>시스템</a:t>
                      </a:r>
                      <a:r>
                        <a:rPr lang="en-US" altLang="ko-KR" sz="4000" b="0" u="none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4000" b="0" u="none" strike="noStrike" dirty="0">
                          <a:solidFill>
                            <a:schemeClr val="tx1"/>
                          </a:solidFill>
                        </a:rPr>
                        <a:t>구현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332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4000" b="1" u="none" strike="noStrike" dirty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ko-KR" sz="4000" b="1" u="none" strike="noStrike" dirty="0">
                          <a:solidFill>
                            <a:schemeClr val="tx1"/>
                          </a:solidFill>
                        </a:rPr>
                        <a:t>주차</a:t>
                      </a:r>
                      <a:endParaRPr lang="en-US" sz="4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000" b="0" u="none" strike="noStrike" dirty="0">
                          <a:solidFill>
                            <a:schemeClr val="tx1"/>
                          </a:solidFill>
                        </a:rPr>
                        <a:t>QA </a:t>
                      </a:r>
                      <a:r>
                        <a:rPr lang="ko-KR" altLang="en-US" sz="4000" b="0" u="none" strike="noStrike" dirty="0">
                          <a:solidFill>
                            <a:schemeClr val="tx1"/>
                          </a:solidFill>
                        </a:rPr>
                        <a:t>및</a:t>
                      </a:r>
                      <a:r>
                        <a:rPr lang="en-US" altLang="ko-KR" sz="4000" b="0" u="none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4000" b="0" u="none" strike="noStrike" dirty="0">
                          <a:solidFill>
                            <a:schemeClr val="tx1"/>
                          </a:solidFill>
                        </a:rPr>
                        <a:t>버그</a:t>
                      </a:r>
                      <a:r>
                        <a:rPr lang="en-US" altLang="ko-KR" sz="4000" b="0" u="none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4000" b="0" u="none" strike="noStrike" dirty="0">
                          <a:solidFill>
                            <a:schemeClr val="tx1"/>
                          </a:solidFill>
                        </a:rPr>
                        <a:t>수정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613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4000" b="1" u="none" strike="noStrike" dirty="0">
                          <a:solidFill>
                            <a:schemeClr val="tx1"/>
                          </a:solidFill>
                        </a:rPr>
                        <a:t>9</a:t>
                      </a:r>
                      <a:r>
                        <a:rPr lang="ko-KR" sz="4000" b="1" u="none" strike="noStrike" dirty="0">
                          <a:solidFill>
                            <a:schemeClr val="tx1"/>
                          </a:solidFill>
                        </a:rPr>
                        <a:t>주차</a:t>
                      </a:r>
                      <a:endParaRPr lang="en-US" sz="4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000" b="0" u="none" strike="noStrike" dirty="0">
                          <a:solidFill>
                            <a:schemeClr val="tx1"/>
                          </a:solidFill>
                        </a:rPr>
                        <a:t>최종</a:t>
                      </a:r>
                      <a:r>
                        <a:rPr lang="en-US" altLang="ko-KR" sz="4000" b="0" u="none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4000" b="0" u="none" strike="noStrike" dirty="0">
                          <a:solidFill>
                            <a:schemeClr val="tx1"/>
                          </a:solidFill>
                        </a:rPr>
                        <a:t>마무리</a:t>
                      </a:r>
                      <a:endParaRPr lang="en-US" altLang="ko-KR" sz="4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12D13484-32F9-582A-6D62-C89CBA4A7B64}"/>
              </a:ext>
            </a:extLst>
          </p:cNvPr>
          <p:cNvSpPr txBox="1"/>
          <p:nvPr/>
        </p:nvSpPr>
        <p:spPr>
          <a:xfrm>
            <a:off x="19812000" y="1410613"/>
            <a:ext cx="344805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0" dirty="0"/>
              <a:t>(</a:t>
            </a:r>
            <a:r>
              <a:rPr lang="ko-KR" altLang="en-US" sz="5000" dirty="0"/>
              <a:t>평균 </a:t>
            </a:r>
            <a:r>
              <a:rPr lang="en-US" altLang="ko-KR" sz="5000" dirty="0"/>
              <a:t>67.5%)</a:t>
            </a:r>
            <a:endParaRPr lang="ko-KR" altLang="en-US" sz="5000" dirty="0"/>
          </a:p>
        </p:txBody>
      </p:sp>
    </p:spTree>
    <p:extLst>
      <p:ext uri="{BB962C8B-B14F-4D97-AF65-F5344CB8AC3E}">
        <p14:creationId xmlns:p14="http://schemas.microsoft.com/office/powerpoint/2010/main" val="1339963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743"/>
    </mc:Choice>
    <mc:Fallback xmlns="">
      <p:transition spd="slow" advTm="3374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38200" y="914400"/>
            <a:ext cx="7683500" cy="14224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>
              <a:lnSpc>
                <a:spcPct val="99600"/>
              </a:lnSpc>
            </a:pPr>
            <a:r>
              <a:rPr lang="en-US" altLang="ko-KR" sz="8000" dirty="0" err="1">
                <a:solidFill>
                  <a:srgbClr val="0063BA"/>
                </a:solidFill>
              </a:rPr>
              <a:t>Github</a:t>
            </a:r>
            <a:r>
              <a:rPr lang="en-US" altLang="ko-KR" sz="8000" dirty="0">
                <a:solidFill>
                  <a:srgbClr val="0063BA"/>
                </a:solidFill>
              </a:rPr>
              <a:t> </a:t>
            </a:r>
            <a:r>
              <a:rPr lang="ko-KR" altLang="en-US" sz="8000" dirty="0" err="1">
                <a:solidFill>
                  <a:srgbClr val="0063BA"/>
                </a:solidFill>
              </a:rPr>
              <a:t>커밋</a:t>
            </a:r>
            <a:r>
              <a:rPr lang="ko-KR" altLang="en-US" sz="8000" dirty="0">
                <a:solidFill>
                  <a:srgbClr val="0063BA"/>
                </a:solidFill>
              </a:rPr>
              <a:t> 통계</a:t>
            </a:r>
            <a:endParaRPr lang="ko-KR" sz="8000" b="0" i="0" u="none" strike="noStrike" dirty="0">
              <a:solidFill>
                <a:srgbClr val="0063BA"/>
              </a:solidFill>
              <a:latin typeface="+mj-lt"/>
              <a:ea typeface="Pretendard 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8502973-B552-ED03-F26F-864D476C1D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832100"/>
            <a:ext cx="21640800" cy="102653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70"/>
    </mc:Choice>
    <mc:Fallback xmlns="">
      <p:transition spd="slow" advTm="507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202</Words>
  <Application>Microsoft Office PowerPoint</Application>
  <PresentationFormat>사용자 지정</PresentationFormat>
  <Paragraphs>46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맑은 고딕</vt:lpstr>
      <vt:lpstr>Calibri</vt:lpstr>
      <vt:lpstr>Pretendard Regular</vt:lpstr>
      <vt:lpstr>Arial</vt:lpstr>
      <vt:lpstr>Office Theme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김정민</dc:creator>
  <cp:lastModifiedBy>정민 김</cp:lastModifiedBy>
  <cp:revision>13</cp:revision>
  <cp:lastPrinted>2025-11-09T15:52:26Z</cp:lastPrinted>
  <dcterms:created xsi:type="dcterms:W3CDTF">2006-08-16T00:00:00Z</dcterms:created>
  <dcterms:modified xsi:type="dcterms:W3CDTF">2025-11-09T15:52:45Z</dcterms:modified>
</cp:coreProperties>
</file>